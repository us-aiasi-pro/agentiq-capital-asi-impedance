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17FB-8FEE-A870-3D94-09314F519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48754-30B2-1827-275E-143173335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18A09-42FF-C8ED-D3F6-F4BAAD2B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573B0-2358-8D90-0620-97656F88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EF61F-AFD8-B393-B54D-9F80CABF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8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5763-7FA3-6695-0B9F-2B8B9F47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FC94C-FDF1-8766-B582-7A3DAB166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A15E6-A5B4-9D50-AE2D-D7ECFF9B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E96CA-A488-9D40-D93A-17F6E72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07267-1D50-E7A5-A15A-F6628CE8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3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3E23-383B-62ED-1BF0-F6B82153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F45A5-7231-EDD6-8F4A-B28EF51FA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9FECC-AC7F-723D-8282-8E0F82A0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D7112-DDF2-D755-2871-E79ACC0A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F1EA7-A741-1804-C793-D246846A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3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55B4-D878-DEFC-0231-C4038BD9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DBE9-E8D8-3829-D168-2250F0214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F4067-5851-5834-5869-166E3FDCF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0C4E-D208-866F-6049-72D24BF1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78574-C3E3-D36F-A4E3-63BBE6A3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E136D-D3E4-3CAD-05AF-A675A1DB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6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AB1F-982F-FB8B-7829-689D7834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6417-6BAE-8E50-D786-5731CB79D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E697E-CFB7-7C11-CDCF-9B07CC24D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A07ED-6069-4F2F-53F5-55DF0382F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5EAFA-C6E1-14CF-7322-11389DFFE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80CA9-A66C-9B9A-A422-9D7B8C29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F772A-CF0E-7AFD-06A9-86EBC8D8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D1EDB-E34E-A88D-8343-59E5AA37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7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ED1C-3889-E933-CD20-B82FEFAB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D0E52-830A-A6A7-9D26-141D5CADB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4D026-8993-DDC0-5D13-4DF43519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38F5B-83D2-3183-0269-BCADDB7B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6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164E2-A7F8-85F8-9822-0624A77E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1EC83-1455-C3CF-2454-9292898D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A4DBA-76F4-9D24-1250-2434951E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4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2BD4-FF46-8BE4-EA6A-A17E2732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2E06F-315C-E4A6-A0F3-1A148F083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B2D70-D3AB-F327-6F85-D02643956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C96AD-3BB4-1D53-9534-A4B1678E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6AB5E-F1F9-1DE0-531E-9DB790D2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A2540-C170-7B5C-C601-F64F4607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AE7A-CDFE-C3A8-D1D7-E1A9B1DB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8D939E-A898-2A21-CAA6-0C6C8426A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7C220-511A-17CB-B861-8F7860B1F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BD31C-B586-D751-5BD3-813F9497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CCEFE-AF6B-FA5C-4BF6-7489231D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50472-0B72-0F25-C1D6-6D3F7C4B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1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9AC8-F14F-C4EE-11BD-BC143CA8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1D91C-6970-2F4B-0B81-0DA482C4E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6C484-C2D4-947A-4EBA-F5A35D5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F31A-0269-1AC1-C03A-4F06156F5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8B4F5-603E-FB2D-E142-2C661259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7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3A3ED-7B71-1C9F-506D-9D263FB73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699F-4510-E125-3897-E4C0D7DE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6DEEE-1B13-2053-EBF6-C6BB6AE8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7B94A-A82D-0D5D-D1A2-89DE1087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8B9A3-1361-9CF6-B484-77E5D8DA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1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188B6-57FE-D187-E8F7-5D2BA7AC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8FC75-BBCB-80CD-1AC5-94B426EC5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09C82-D9BA-3AD8-614D-10685E155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76734-77DD-40B7-9705-7168264214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959F2-679B-95B0-AB77-972A4BB0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B64E-3F3A-14F1-9972-6B4DB9413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4EFE8-B6D8-4804-B3E1-B7AD3AA63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1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FD964B-730D-5F07-81C5-53EF1B10ABED}"/>
              </a:ext>
            </a:extLst>
          </p:cNvPr>
          <p:cNvSpPr txBox="1"/>
          <p:nvPr/>
        </p:nvSpPr>
        <p:spPr>
          <a:xfrm>
            <a:off x="1050878" y="2972937"/>
            <a:ext cx="55023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three screen shots capture my login history on live.Microsoft.com between 4/19/2026 – 5/4/2026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On 4/25/2026 @ 5:45 PM, an unauthorized logging occurred from Washington DC on the Zayo Network.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24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2BD858-D556-D94B-588E-899233786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255"/>
            <a:ext cx="12192000" cy="655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0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04C6-A77B-2BB6-678F-A7E628B6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B57D2-F781-6DD2-6D74-8A40F9B60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553"/>
            <a:ext cx="12192000" cy="636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5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6D1E0-14C6-AC4B-F797-190AC23E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B8A03-ED17-5E14-18BA-F00D8E381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142"/>
            <a:ext cx="12192000" cy="640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0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D2306-FC2F-8F4F-3FC2-3DD7C580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28DB8A-17C7-EF8B-765C-11FBB4165BF1}"/>
              </a:ext>
            </a:extLst>
          </p:cNvPr>
          <p:cNvSpPr txBox="1"/>
          <p:nvPr/>
        </p:nvSpPr>
        <p:spPr>
          <a:xfrm>
            <a:off x="1091821" y="3848669"/>
            <a:ext cx="434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login was not from me.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657B6D-2F76-4B6C-4B35-B97C26DC3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405"/>
            <a:ext cx="12192000" cy="267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6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47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Abbott</dc:creator>
  <cp:lastModifiedBy>Brian Abbott</cp:lastModifiedBy>
  <cp:revision>1</cp:revision>
  <dcterms:created xsi:type="dcterms:W3CDTF">2026-05-05T10:34:55Z</dcterms:created>
  <dcterms:modified xsi:type="dcterms:W3CDTF">2026-05-05T10:49:53Z</dcterms:modified>
</cp:coreProperties>
</file>